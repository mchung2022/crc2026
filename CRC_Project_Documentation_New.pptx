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CRC 中學學務實踐平台</a:t>
            </a:r>
          </a:p>
          <a:p>
            <a:pPr>
              <a:spcAft>
                <a:spcPts val="4500"/>
              </a:spcAft>
              <a:defRPr sz="1800">
                <a:solidFill>
                  <a:srgbClr val="0284C7"/>
                </a:solidFill>
                <a:latin typeface="Microsoft JhengHei"/>
              </a:defRPr>
            </a:pPr>
            <a:r>
              <a:t>人機協同開發指南：從 AI 寫程式、GitHub 發布到試算表串接的完整實踐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製作方式：透過 AI 助手 Antigravity 撰寫程式、GitHub 網站發布、Google 試算表串接</a:t>
            </a:r>
            <a:br/>
            <a:r>
              <a:t>簡報對象：大二師培生「中學學生事務實踐」學術發表與專案教學手冊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專案概述：為師培生打造的數位學習平台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2120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🎯 為什麼要做這個平台？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為了幫助大二師培生在未來帶班時，能把「兒童權利公約 (CRC)」靈活運用在學校管理中。我們透過「網頁互動簡報」與「模擬闖關遊戲」雙管齊下，達成以下目的：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告別威權管教，學習用兒童權利的視角來規範校園生活。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對接教育部最新學務處理要點，理解學生表意與隱私權。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培養批判思考，學習找出不合理校規並提出合理修正。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實際模擬帶班衝突，練習使用溫和、民主的對話解決問題。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645920"/>
            <a:ext cx="52120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E22CE"/>
                </a:solidFill>
                <a:latin typeface="Microsoft JhengHei"/>
              </a:defRPr>
            </a:pPr>
            <a:r>
              <a:t>📦 平台交付的兩大互動教材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📖 50頁 HTML 互動簡報 (Reveal.js 技術)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包含左側自動目錄隨翻隨點，第13頁設有威權與人權校園「拉桿對比」，並內嵌 6 個思考討論框，送出直接存檔。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🎮 四階段情境模擬闖關遊戲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包含法規選擇、點選式條文配對、不低於 50 字規章體檢（防止隨便亂寫）與溫和對話排序。通關大約需要 20 分鐘。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☁️ 自動串接 Google 試算表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學生寫下的所有想法、遊戲得分與自治宣言，都會即時寫入雲端的 Google 試算表，方便老師回收學習歷程。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開發流程大綱：AI 協同、雲端發布與資料庫串接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本專案全程由人類教師提出設計需求，與 AI 助手 Antigravity 協同編寫程式碼，並透過 GitHub 進行全球發布，最後無痛串接 Google 試算表收單。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1870" y="2286000"/>
            <a:ext cx="32918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第一階段：AI 助手撰寫程式</a:t>
            </a:r>
          </a:p>
          <a:p>
            <a:pPr>
              <a:spcAft>
                <a:spcPts val="1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Antigravity 協同開發</a:t>
            </a:r>
          </a:p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AI 負責編寫 HTML 簡報版面、互動對比拉桿、闖關遊戲（卡牌配對、字數防呆驗證及對話排序）的全部邏輯程式碼，並優化響應式排版。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2286000"/>
            <a:ext cx="32918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E22CE"/>
                </a:solidFill>
                <a:latin typeface="Microsoft JhengHei"/>
              </a:defRPr>
            </a:pPr>
            <a:r>
              <a:t>第二階段：GitHub 雲端發布</a:t>
            </a:r>
          </a:p>
          <a:p>
            <a:pPr>
              <a:spcAft>
                <a:spcPts val="1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免費且極速的網站託管</a:t>
            </a:r>
          </a:p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將寫好的網頁檔案推送到 GitHub 雲端倉庫，啟用 GitHub Pages 服務，將程式碼一秒變成全世界都能用瀏覽器點開的「正式網站」。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2286000"/>
            <a:ext cx="32918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97706"/>
                </a:solidFill>
                <a:latin typeface="Microsoft JhengHei"/>
              </a:defRPr>
            </a:pPr>
            <a:r>
              <a:t>第三階段：Google 試算表串接</a:t>
            </a:r>
          </a:p>
          <a:p>
            <a:pPr>
              <a:spcAft>
                <a:spcPts val="1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免伺服器的輕量資料庫</a:t>
            </a:r>
          </a:p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利用 Google 試算表內建的 Apps Script 作為收信郵差，讓網頁上的答題與遊戲數據在「不暴露出密碼金鑰」的安全狀態下自動存檔。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第一階段：AI 助手 Antigravity 撰寫網頁程式碼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🤖 AI 協同開發的成果清單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學生身份強制登錄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AI 寫了浮動登錄框，要求輸入姓名、系級與學號。沒輸入前，簡報鍵盤鎖定、遊戲無法開始。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左右滑動對比拉桿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雙欄並排，左是傳統、右是實施後。拉至左邊不被右干擾，拉至右邊不被左干擾，文字自然換行不切斷。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四階段遊戲邏輯撰寫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AI 實作了單選題、卡牌連線配對（解決手機端不好拖放卡牌的點擊問題）、答題日誌及對話步驟排序演算法。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防呆與字數限制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針對第三關規章體檢簡答題，AI 寫了即時字數檢查，少於 50 字會封鎖按鈕並提示，保證師培生用心反思。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📋 AI 撰寫的拉桿即時更新排版代碼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AI 設計的雙欄並排拖拉百分比計算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function moveSlider(clientX) {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rect = box.getBoundingClientRect();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let percent = ((clientX - rect.left) / rect.width) * 100;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percent = Math.max(3, Math.min(97, percent));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handle.style.left = `${percent}%`;</a:t>
            </a:r>
          </a:p>
          <a:p>
            <a:pPr>
              <a:spcAft>
                <a:spcPts val="200"/>
              </a:spcAft>
              <a:defRPr sz="1000">
                <a:solidFill>
                  <a:srgbClr val="C084FC"/>
                </a:solidFill>
                <a:latin typeface="Consolas"/>
              </a:defRPr>
            </a:pPr>
            <a:r>
              <a:t>  beforePanel.style.width = `${percent}%`;  // 傳統威權寬度</a:t>
            </a:r>
          </a:p>
          <a:p>
            <a:pPr>
              <a:spcAft>
                <a:spcPts val="200"/>
              </a:spcAft>
              <a:defRPr sz="1000">
                <a:solidFill>
                  <a:srgbClr val="C084FC"/>
                </a:solidFill>
                <a:latin typeface="Consolas"/>
              </a:defRPr>
            </a:pPr>
            <a:r>
              <a:t>  afterPanel.style.width = `${100 - percent}%`; // 實施後寬度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用於簡報與遊戲的統一傳輸模組</a:t>
            </a:r>
          </a:p>
          <a:p>
            <a:pPr>
              <a:spcAft>
                <a:spcPts val="200"/>
              </a:spcAft>
              <a:defRPr sz="1000">
                <a:solidFill>
                  <a:srgbClr val="C084FC"/>
                </a:solidFill>
                <a:latin typeface="Consolas"/>
              </a:defRPr>
            </a:pPr>
            <a:r>
              <a:t>ConfigManager.sendData('game_scores', payload);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第二階段：GitHub 雲端版本控制與免費網站發布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E22CE"/>
                </a:solidFill>
                <a:latin typeface="Microsoft JhengHei"/>
              </a:defRPr>
            </a:pPr>
            <a:r>
              <a:t>🚀 什麼是 GitHub 串接與發布？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寫好的網頁程式碼只放在自己電腦裡，別人是看不到的。所以我們需要把程式碼上傳到 GitHub，並用它免費的「Pages（網頁發布）」功能，變成公開網站：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建立 GitHub 雲端倉庫 (Repository)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在 GitHub 帳號下建立一個名為 `CRC2026` 的公開倉庫，用來存放簡報與遊戲的全部程式碼。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推送本地程式碼至雲端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在電腦終端機執行 `git push` 指令，將本機的 HTML/CSS/JS/GS 檔案上傳到 GitHub。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啟用 GitHub Pages 靜態網站服務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至倉庫設定中的 Pages 區塊，選取 `main` 分支並保存。GitHub 會自動生成一個 HTTPS 免費專屬網址。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🌐 專案發布網址與載入機制</a:t>
            </a:r>
          </a:p>
          <a:p>
            <a:pPr>
              <a:spcAft>
                <a:spcPts val="15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本專案已在 GitHub Pages 成功發布，師培生可以使用任何行動載具點開網址：</a:t>
            </a:r>
          </a:p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🔗 前端平台首頁網址：</a:t>
            </a:r>
          </a:p>
          <a:p>
            <a:pPr>
              <a:spcAft>
                <a:spcPts val="2000"/>
              </a:spcAft>
              <a:defRPr sz="1400" b="1">
                <a:solidFill>
                  <a:srgbClr val="7E22CE"/>
                </a:solidFill>
                <a:latin typeface="Consolas"/>
              </a:defRPr>
            </a:pPr>
            <a:r>
              <a:t>https://mchung2022.github.io/CRC2026/</a:t>
            </a:r>
          </a:p>
          <a:p>
            <a:pPr>
              <a:lnSpc>
                <a:spcPct val="130000"/>
              </a:lnSpc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💡 優勢說明：</a:t>
            </a:r>
            <a:br/>
            <a:r>
              <a:t>GitHub Pages 具備全球加速 (CDN) 功能，數十名學生在教室同時打開網頁進行簡報與遊戲，完全不會造成網頁卡頓，且無伺服器費用。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第三階段：Google Sheets 後端串接與指令設定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97706"/>
                </a:solidFill>
                <a:latin typeface="Microsoft JhengHei"/>
              </a:defRPr>
            </a:pPr>
            <a:r>
              <a:t>📝 建立接收資料的試算表信箱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建立一個全新的空白試算表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登入 Google 雲端硬碟，新建一個空白試算表。不需要手動建工作表或打欄位，後端程式會自動打理。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打開內建的 Apps Script 編輯器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在試算表上方的功能選單中，點選「延伸功能」 $_x000D_ightarrow$ 「Apps Script」。這會打開 Google 專用的程式編輯視窗。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複製並貼入 Code.gs 的指令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清空預設的程式碼，把本專案 `backend/Code.gs` 的內容整份複製貼上。這個程式就是我們的「自動收信郵差」。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點擊儲存以完成準備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點選上方的「儲存」圖示。此時程式已被綁定在此試算表中，隨時待命。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FFFFFF"/>
                </a:solidFill>
                <a:latin typeface="Consolas"/>
              </a:defRPr>
            </a:pPr>
            <a:r>
              <a:t>📋 Google Apps Script 自動寫入指令 (Code.gs)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當收到網頁發送的 POST 封包時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function doPost(e) {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var requestData = JSON.parse(e.postData.contents);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var sheetName = requestData.sheetName;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var payload = requestData.data;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呼叫寫入函數，自動將資料寫入對應的工作表</a:t>
            </a:r>
          </a:p>
          <a:p>
            <a:pPr>
              <a:spcAft>
                <a:spcPts val="300"/>
              </a:spcAft>
              <a:defRPr sz="1000">
                <a:solidFill>
                  <a:srgbClr val="C084FC"/>
                </a:solidFill>
                <a:latin typeface="Consolas"/>
              </a:defRPr>
            </a:pPr>
            <a:r>
              <a:t>  var result = addDataToSheet(sheetName, payload);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return ContentService.createTextOutput(JSON.stringify(result))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.setMimeType(ContentService.MimeType.JSON);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第四階段：發布為網頁應用程式與網址設定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✉ 取得郵差的收信網址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1. ('點選 Apps Script 右上角的「部署」', '在編輯器畫面右上角點選「部署」 $\rightarrow$ 「新增部署」。')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2. ('設定部署類型為「網頁應用程式」', '點齒輪圖示，選取「網頁應用程式」類型。這會讓 Google 為您生成一個對外接收信件的 HTTP 接口。')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3. ('設定權限：執行身分為「我」', '這能確保網頁有權利把資料寫入「您的」試算表中。')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4. ('設定權限：存取權限為「任何人」', '這讓任何人（包括學生開啟的簡報或遊戲）都能把信寄進來。')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Microsoft JhengHei"/>
              </a:defRPr>
            </a:pPr>
            <a:r>
              <a:t>5. ('部署並複製產生的網頁網址', '按「部署」後，會產生一串網址。點選「複製」，這就是我們要填入網頁的「收信地址」。')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⚙ 前端網頁的連線設定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得到 Google 產生的部署網址後，只要在前端做對接，簡報和遊戲就大功告成：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貼上預設連線變數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我們已將您的 Web App URL 寫入專案的 `js/config.js` 的 `defaultApiUrl` 欄位中，因此學生只要開啟網頁，背後就會預設往此網址寄信。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提供臨時更改功能 (防呆)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網頁右上角設有齒輪設定按鈕，如果老師未來換了新的試算表，無須重新改寫網頁，直接在網頁上貼上新網址即可立刻變更收件試算表。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核心連線技術：安全傳送與資料表自動長大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🛡️ 不塞信通道 (No-CORS) 解決跨域阻擋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問題：瀏覽器有防偷看隱私的保護機制。當學生網頁往 Google 發送資料時，瀏覽器如果發現 Google 沒有回應特定的安全標頭，會主動把信件攔截，導致寫入失敗。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前端發信設定 mode: 'no-cors'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這是跟瀏覽器宣告「我只是要把資料投進去，不打算讀取 Google 回傳的悄悄話」，命令瀏覽器不要阻攔寄信。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信件標記為簡單文字格式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將傳送類型設為 plain text，不讓瀏覽器啟動複雜的安全性預檢，直接把信投遞成功。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穩定又可靠的背景運作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投遞成功後，前端網頁雖然讀不到 Google 的確認信，但只要沒有網路異常，便視為發信成功。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🔄 資料庫自動升級 (無痛欄位長大)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問題：如果以後遊戲要新增「第5關」或「新的簡答題」，原來的試算表是不是要手動加欄位？舊的資料會不會壞掉？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分頁與表頭自動建立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若試算表是完全空白的，程式在收到第一筆資料時會主動發現，並自動建好 slides_feedback (簡報反思) 與 game_scores (遊戲分數) 分頁，並打好第一行表頭。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新舊版自動比對與追增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當新版網頁傳送了以前沒有的欄位（如 ShortAnswer1、ShortAnswer2 等批判簡答），程式會比對表頭。發現缺少時，會自動在最右側追增新表頭，舊資料安然無恙。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人機協同開發與雲端串接手冊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系統測試與驗證：AI 自動模擬寫入成功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🧪 AI 自動模擬寫入測試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為了驗證連線是否暢通，我們在專案中撰寫了自動化測試腳本（`test_gas.js`），模擬學生的瀏覽器行為，發送兩筆資料給您的 Google 試算表：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▪ 模擬簡報反思資料投遞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發送一筆玩家姓名為「AI測試員-簡報」的思考答案至 slides_feedback 表。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▪ 模擬遊戲得分資料投遞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發送一筆姓名為「AI測試員-遊戲」的完整遊戲指標、決策路徑及三道批判簡答心得至 game_scores 表。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▪ 確認測試寫入完全成功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後端順利解析這兩封信，並成功寫入試算表，自動建立表頭，表示 API 通道 100% 暢通！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📊 試算表內寫入的真實內容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當您打開綁定的 Google 試算表時，您會在下方分頁看到以下自動寫入的測試內容：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✔ 工作表 slides_feedback (簡報反思)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系統寫入：時間戳記、AI測試員-簡報、測試學系、第3頁、反思答案內容。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✔ 工作表 game_scores (遊戲分數)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系統寫入：時間戳記、AI測試員-遊戲、學號、CRC分數、秩序分數、專業分數、人格特質、決策路徑、以及三道規章體檢簡答。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結論與未來展望：師培數位化學習新典範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0284C7"/>
                </a:solidFill>
                <a:latin typeface="Microsoft JhengHei"/>
              </a:defRPr>
            </a:pPr>
            <a:r>
              <a:t>🌟 雙軌引擎，體驗深化 —— 簡報與闖關遊戲互補，師培生可在遊戲情境中磨練真實帶班管理信念，學習品質更勝傳統講授式課堂。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0284C7"/>
                </a:solidFill>
                <a:latin typeface="Microsoft JhengHei"/>
              </a:defRPr>
            </a:pPr>
            <a:r>
              <a:t>⚡ AI 協同，極速開發 —— 本次開發透過與 AI 助手 Antigravity 深度對話編寫程式，快速實現複雜版面與互動逻辑，展示了現代 AI 輔助軟體開發的驚人效率。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🛡️ 雲端整合，零維護費 —— 依託 GitHub Pages 網站託管及 Google Sheets 免費資料庫架構，無須支付任何月租租金，實現長期的教材永續運作與輕鬆維護。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🎓 師培啟航，人權扎根 —— 本平台成功協助大二師培學員將「兒童權利公約」融入中學導師帶班實務，培育新世代兼具「人權信念」與「學務專業」的優秀教師！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